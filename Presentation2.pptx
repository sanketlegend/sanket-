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3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84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912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3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35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23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15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59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7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2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34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106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4749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645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75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078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615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7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9C21-9E03-4524-AC48-05E400ED8F5C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34147-973A-4995-9DDD-BF6DC9C5E9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020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iit.net/our-team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EED-5EF8-0D3F-ECDD-2FCE96565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Udaan institute   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CB07A-303A-33A7-24BF-1FD878958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J.P.sir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6772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000" advClick="0" advTm="1000">
        <p15:prstTrans prst="curtains"/>
      </p:transition>
    </mc:Choice>
    <mc:Fallback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E575-4B23-6CCA-4253-4BB2DC9C1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Founder &amp; trustee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15F375-39F7-142E-C31C-C1C39F3F0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92209" y="1985841"/>
            <a:ext cx="3654119" cy="487215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8F4C1-8132-111C-8C36-A7E4F914E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1" y="983673"/>
            <a:ext cx="4376588" cy="4641272"/>
          </a:xfrm>
        </p:spPr>
        <p:txBody>
          <a:bodyPr/>
          <a:lstStyle/>
          <a:p>
            <a:r>
              <a:rPr lang="en-US" b="1" i="1" u="sng" dirty="0">
                <a:solidFill>
                  <a:schemeClr val="bg1">
                    <a:lumMod val="85000"/>
                    <a:lumOff val="15000"/>
                  </a:schemeClr>
                </a:solidFill>
                <a:highlight>
                  <a:srgbClr val="FF00FF"/>
                </a:highlight>
              </a:rPr>
              <a:t>DIPMALA  GUPTA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.They are the co-founder  of </a:t>
            </a:r>
            <a:r>
              <a:rPr lang="en-US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udaan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There </a:t>
            </a:r>
            <a:r>
              <a:rPr lang="en-US" b="1" i="1" u="sng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Colification</a:t>
            </a:r>
            <a:r>
              <a:rPr lang="en-US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:-</a:t>
            </a:r>
          </a:p>
          <a:p>
            <a:r>
              <a:rPr lang="en-US" b="1" i="1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     </a:t>
            </a:r>
            <a:r>
              <a:rPr lang="en-US" b="1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 A , MBA&amp;DIPLOMA IN JO</a:t>
            </a:r>
            <a:endParaRPr lang="en-US" b="1" i="1" u="sng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r>
              <a:rPr lang="en-US" b="1" i="1" u="sng" dirty="0">
                <a:solidFill>
                  <a:schemeClr val="bg1">
                    <a:lumMod val="85000"/>
                    <a:lumOff val="15000"/>
                  </a:schemeClr>
                </a:solidFill>
                <a:highlight>
                  <a:srgbClr val="FF00FF"/>
                </a:highlight>
              </a:rPr>
              <a:t>   </a:t>
            </a:r>
            <a:endParaRPr lang="en-IN" b="1" i="1" u="sng" dirty="0">
              <a:solidFill>
                <a:schemeClr val="bg1">
                  <a:lumMod val="85000"/>
                  <a:lumOff val="15000"/>
                </a:schemeClr>
              </a:solidFill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74014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1000">
        <p14:doors dir="vert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360C-CF7A-BF2F-C170-CFB404BE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TRUSTEE</a:t>
            </a:r>
            <a:endParaRPr lang="en-IN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57AD86E-64DE-382F-67CF-495E1318BD3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8" b="17038"/>
          <a:stretch>
            <a:fillRect/>
          </a:stretch>
        </p:blipFill>
        <p:spPr>
          <a:xfrm>
            <a:off x="5832764" y="1972711"/>
            <a:ext cx="4599710" cy="4730750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AF8EF-2AD6-3FC3-48F6-8343071BB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000" b="1" i="1" u="sng" dirty="0"/>
              <a:t>Dr. MANISH K DUBEY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also the CEO of </a:t>
            </a:r>
            <a:r>
              <a:rPr lang="en-US" dirty="0" err="1"/>
              <a:t>udaan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</a:t>
            </a:r>
            <a:r>
              <a:rPr lang="en-US" dirty="0" err="1"/>
              <a:t>Colification</a:t>
            </a:r>
            <a:r>
              <a:rPr lang="en-US" dirty="0"/>
              <a:t>:-</a:t>
            </a:r>
          </a:p>
          <a:p>
            <a:r>
              <a:rPr lang="en-US" dirty="0"/>
              <a:t>      MANAGING TRUSTEE IN UDAAN  FOUNDATION (NGO) VOLUNTEER IN HELTH  MISSION  OF UDAAN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414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">
        <p14:glitter pattern="hexagon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16CD-6F49-D3AA-BA46-28AE1043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NANDANI MAM 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95AEB-62EF-125B-36DC-41F14316E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my favorite DIDI.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SHE teach me web development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 </a:t>
            </a:r>
            <a:r>
              <a:rPr lang="en-US" dirty="0" err="1"/>
              <a:t>Colification</a:t>
            </a:r>
            <a:r>
              <a:rPr lang="en-US" dirty="0"/>
              <a:t> teach us :-</a:t>
            </a:r>
          </a:p>
          <a:p>
            <a:r>
              <a:rPr lang="en-US" dirty="0"/>
              <a:t>    BASIC ,WEB DEVELOPMENT,POWER PONIT, DIGITAL MARKETING, EXCEL </a:t>
            </a:r>
          </a:p>
          <a:p>
            <a:r>
              <a:rPr lang="en-US" dirty="0"/>
              <a:t>     </a:t>
            </a:r>
            <a:endParaRPr lang="en-IN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EC53D01-4030-43AD-A20B-6BABFFC1C4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1" b="3301"/>
          <a:stretch>
            <a:fillRect/>
          </a:stretch>
        </p:blipFill>
        <p:spPr>
          <a:xfrm>
            <a:off x="6570663" y="2003275"/>
            <a:ext cx="3876675" cy="4369816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70286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1000">
        <p15:prstTrans prst="peelOff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98F8-711C-3623-001E-ACE4F6F8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RAGINI MAM 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24B39F-5B7C-E5B9-6720-3C77F838A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400" y="2008909"/>
            <a:ext cx="3778633" cy="471646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01371-E3B8-95F0-1174-85AD58C3A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teach me power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teach us :-</a:t>
            </a:r>
          </a:p>
          <a:p>
            <a:r>
              <a:rPr lang="en-US" dirty="0"/>
              <a:t>     BASIC,TALLY, ADVANCE EXCEL ,POWER PONIT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01588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1000">
        <p15:prstTrans prst="airplane"/>
      </p:transition>
    </mc:Choice>
    <mc:Fallback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4A34-BDD1-9E10-6B9F-0A10AE2B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UDAAN BRACHES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783C7-2984-4828-5B1E-220003F41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994" y="2183414"/>
            <a:ext cx="4472327" cy="693135"/>
          </a:xfrm>
        </p:spPr>
        <p:txBody>
          <a:bodyPr/>
          <a:lstStyle/>
          <a:p>
            <a:r>
              <a:rPr lang="en-US" dirty="0"/>
              <a:t>KHOKRA BRACH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084FFF-2FB3-1296-F32D-9ECF752786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94" y="3030538"/>
            <a:ext cx="3873500" cy="290512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5B7BD-6622-3AB0-912F-5BCCF329F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6627" y="2183414"/>
            <a:ext cx="4474028" cy="693135"/>
          </a:xfrm>
        </p:spPr>
        <p:txBody>
          <a:bodyPr/>
          <a:lstStyle/>
          <a:p>
            <a:r>
              <a:rPr lang="en-US" dirty="0"/>
              <a:t>NAROL GAM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CCFD31-5699-AACC-3BEE-E957BDD09E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081" y="3030538"/>
            <a:ext cx="290512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69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1000">
        <p:circle/>
      </p:transition>
    </mc:Choice>
    <mc:Fallback>
      <p:transition spd="slow" advClick="0" advTm="1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</p:bld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8D4585"/>
      </a:dk2>
      <a:lt2>
        <a:srgbClr val="E7E6E6"/>
      </a:lt2>
      <a:accent1>
        <a:srgbClr val="F35AE6"/>
      </a:accent1>
      <a:accent2>
        <a:srgbClr val="FC5283"/>
      </a:accent2>
      <a:accent3>
        <a:srgbClr val="F67C64"/>
      </a:accent3>
      <a:accent4>
        <a:srgbClr val="F89F65"/>
      </a:accent4>
      <a:accent5>
        <a:srgbClr val="55C6BA"/>
      </a:accent5>
      <a:accent6>
        <a:srgbClr val="84A3FD"/>
      </a:accent6>
      <a:hlink>
        <a:srgbClr val="6ED4F6"/>
      </a:hlink>
      <a:folHlink>
        <a:srgbClr val="9FECFC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56</TotalTime>
  <Words>129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Berlin</vt:lpstr>
      <vt:lpstr>Udaan institute     </vt:lpstr>
      <vt:lpstr>Founder &amp; trustee</vt:lpstr>
      <vt:lpstr>TRUSTEE</vt:lpstr>
      <vt:lpstr>NANDANI MAM  </vt:lpstr>
      <vt:lpstr>RAGINI MAM </vt:lpstr>
      <vt:lpstr>UDAAN BRACHES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2026-07-11T08:52:51Z</dcterms:created>
  <dcterms:modified xsi:type="dcterms:W3CDTF">2026-07-11T09:54:51Z</dcterms:modified>
</cp:coreProperties>
</file>